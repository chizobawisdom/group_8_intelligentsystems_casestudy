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472249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37160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 Agent NLP-to-SQL Pipeline for Manufacturing Operations: An Agentic Case Study on the Production Database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9260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MDM2 | Case Study: Intelligent Systems in Production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4290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Proposal Presentation | Group 8 | 2026-10-20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and Motivation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80160"/>
            <a:ext cx="78638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Electronics manufacturing: test and quality data spread across many tables with different column names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Engineers without SQL skills wait for custom queries, which delays quality decisions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Single-shot text-to-SQL often fails: it cannot inspect data, test queries or recover from errors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agents with tool use are now mature, but their benefit on industrial schemas is unproven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Approach: Three Variants Compared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80160"/>
            <a:ext cx="78638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Data: Snapshot MariaDB Production database, different column names, fixed random seed</a:t>
            </a: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/>
              <a:t>We will build a multi-agent workflow using an orchestration framework (e.g., </a:t>
            </a:r>
            <a:r>
              <a:rPr lang="en-US" sz="1800" dirty="0" err="1"/>
              <a:t>LangGraph</a:t>
            </a:r>
            <a:r>
              <a:rPr lang="en-US" sz="1800" dirty="0"/>
              <a:t>). </a:t>
            </a:r>
          </a:p>
          <a:p>
            <a:pPr marL="800100" lvl="1" indent="-342900">
              <a:spcAft>
                <a:spcPts val="1000"/>
              </a:spcAft>
              <a:buSzPct val="100000"/>
              <a:buChar char="•"/>
            </a:pPr>
            <a:r>
              <a:rPr lang="en-US" dirty="0"/>
              <a:t>Planner Agent (deconstructs the question)</a:t>
            </a:r>
          </a:p>
          <a:p>
            <a:pPr marL="800100" lvl="1" indent="-342900">
              <a:spcAft>
                <a:spcPts val="1000"/>
              </a:spcAft>
              <a:buSzPct val="100000"/>
              <a:buChar char="•"/>
            </a:pPr>
            <a:r>
              <a:rPr lang="en-US" dirty="0"/>
              <a:t>Coder Agent (generates SQL)</a:t>
            </a:r>
          </a:p>
          <a:p>
            <a:pPr marL="800100" lvl="1" indent="-342900">
              <a:spcAft>
                <a:spcPts val="1000"/>
              </a:spcAft>
              <a:buSzPct val="100000"/>
              <a:buChar char="•"/>
            </a:pPr>
            <a:r>
              <a:rPr lang="en-US" dirty="0"/>
              <a:t>Critic Agent (executes the query and feeds error logs back to the Coder for autonomous self-correction) </a:t>
            </a: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Safety: SELECT-only validation and read-only connection as well as containerized local databas</a:t>
            </a:r>
            <a:r>
              <a:rPr lang="en-US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with Docker</a:t>
            </a:r>
            <a:endParaRPr lang="en-US" sz="1800" dirty="0">
              <a:solidFill>
                <a:srgbClr val="222222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>
              <a:spcAft>
                <a:spcPts val="1000"/>
              </a:spcAft>
              <a:buSzPct val="100000"/>
            </a:pP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Measurable Outcomes (KPIs)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80160"/>
            <a:ext cx="78638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/>
              <a:t>Execution Accuracy: ~85% of generated queries execute without syntax errors. </a:t>
            </a: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/>
              <a:t>Query Accuracy: ~75% semantic match with ground-truth SQL. </a:t>
            </a: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/>
              <a:t>Latency: Average query generation time &lt; 5 seconds. </a:t>
            </a:r>
          </a:p>
          <a:p>
            <a:pPr marL="342900" indent="-342900">
              <a:spcAft>
                <a:spcPts val="1000"/>
              </a:spcAft>
              <a:buSzPct val="100000"/>
              <a:buFontTx/>
              <a:buChar char="•"/>
            </a:pPr>
            <a:r>
              <a:rPr lang="en-US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100 % of write or unsafe queries blocked</a:t>
            </a: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/>
              <a:t>Minimal Token Usage</a:t>
            </a: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Related Work and Gap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80160"/>
            <a:ext cx="78638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new Approach to Programming: AI Agents, LLMs, and an SQL Generation Case Study  - </a:t>
            </a:r>
            <a:r>
              <a:rPr lang="en-US" sz="1600" dirty="0" err="1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WebThesis</a:t>
            </a: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(n.d.). https://webthesis.biblio.polito.it/35273/</a:t>
            </a: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Bogdanov, O., Jung, Y., Dhir, C., Gaddam, P., Jain, S., </a:t>
            </a:r>
            <a:r>
              <a:rPr lang="en-US" sz="1600" dirty="0" err="1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Tumati</a:t>
            </a: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L., Parthasarathy, V., &amp; </a:t>
            </a:r>
            <a:r>
              <a:rPr lang="en-US" sz="1600" dirty="0" err="1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Shirgaonkar</a:t>
            </a: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A. (2026). </a:t>
            </a:r>
            <a:r>
              <a:rPr lang="en-US" sz="1600" dirty="0" err="1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AgentNLQ</a:t>
            </a: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a General-Purpose agent for natural language to SQL. </a:t>
            </a:r>
            <a:r>
              <a:rPr lang="en-US" sz="1600" dirty="0" err="1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arXiv</a:t>
            </a: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(Cornell University). https://doi.org/10.48550/arxiv.2605.19010</a:t>
            </a: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 err="1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Martinenghi</a:t>
            </a: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D. (2024, October 10). Large language models to query your data: Retrieving advertising industry user’s data using natural language. https://www.politesi.polimi.it/handle/10589/226333</a:t>
            </a: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Narasimhan, A., </a:t>
            </a:r>
            <a:r>
              <a:rPr lang="en-US" sz="1600" dirty="0" err="1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Bhamboo</a:t>
            </a: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A. K., </a:t>
            </a:r>
            <a:r>
              <a:rPr lang="en-US" sz="1600" dirty="0" err="1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Devnathan</a:t>
            </a: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A., Vellaisamy, J., &amp; Vijayaraghavan, V. (2024). Benchmarking Large Language Models for NL-to-SQL: A Comprehensive Evaluation of Accuracy, Cost and Throughput. </a:t>
            </a:r>
            <a:r>
              <a:rPr lang="en-US" sz="1600" dirty="0" err="1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TechRxiv</a:t>
            </a: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https://doi.org/10.36227/techrxiv.173121325.56335825/v1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Timeline and Risks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80160"/>
            <a:ext cx="78638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Oct: One-page proposal</a:t>
            </a: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Nov: Literature map, method outline, baseline and bibliography report</a:t>
            </a: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Nov and 8 Dec: Methodology (schema retrieval, SQL validation)</a:t>
            </a: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 Dec: Demo, experiments and analysis</a:t>
            </a: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Jan: Final presentation and report</a:t>
            </a: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Risks: agent loops, latency and cost, unsafe queries step limit, read-only tool, SQL validation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Fallback: Single Agent if multiple agents prove unreliable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516</Words>
  <Application>Microsoft Office PowerPoint</Application>
  <PresentationFormat>Bildschirmpräsentation (16:9)</PresentationFormat>
  <Paragraphs>40</Paragraphs>
  <Slides>6</Slides>
  <Notes>6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1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6</vt:i4>
      </vt:variant>
    </vt:vector>
  </HeadingPairs>
  <TitlesOfParts>
    <vt:vector size="8" baseType="lpstr">
      <vt:lpstr>Arial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Agentic Text-to-SQL Assistant – Proposal</dc:title>
  <dc:subject>PptxGenJS Presentation</dc:subject>
  <dc:creator>PptxGenJS</dc:creator>
  <cp:lastModifiedBy>Wisdom Favour Chizoba</cp:lastModifiedBy>
  <cp:revision>2</cp:revision>
  <dcterms:created xsi:type="dcterms:W3CDTF">2026-10-20T08:29:22Z</dcterms:created>
  <dcterms:modified xsi:type="dcterms:W3CDTF">2026-10-20T10:47:34Z</dcterms:modified>
</cp:coreProperties>
</file>